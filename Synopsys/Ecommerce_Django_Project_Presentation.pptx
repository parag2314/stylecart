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E-commerce Project</a:t>
            </a:r>
          </a:p>
        </p:txBody>
      </p:sp>
      <p:sp>
        <p:nvSpPr>
          <p:cNvPr id="3" name="Content Placeholder 2"/>
          <p:cNvSpPr>
            <a:spLocks noGrp="1"/>
          </p:cNvSpPr>
          <p:nvPr>
            <p:ph idx="1"/>
          </p:nvPr>
        </p:nvSpPr>
        <p:spPr/>
        <p:txBody>
          <a:bodyPr/>
          <a:lstStyle/>
          <a:p>
            <a:r>
              <a:rPr sz="1400"/>
              <a:t>This Django-based E-commerce project is designed to provide users with an intuitive and seamless online shopping experience. The system enables users to browse products, add items to a shopping cart, and proceed through a secure checkout process. The platform includes user authentication, product management, and order tracking functionalities. The project is implemented using Django for the backend, leveraging its robust framework for handling data models, views, and templates. It is equipped with a responsive front-end interface developed with HTML, CSS, and Bootstrap. This system ensures data integrity and user privacy while offering scalability for a growing product catalog. It is an ideal project to understand the integration of front-end and back-end technologies in a real-world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 of the Project</a:t>
            </a:r>
          </a:p>
        </p:txBody>
      </p:sp>
      <p:sp>
        <p:nvSpPr>
          <p:cNvPr id="3" name="Content Placeholder 2"/>
          <p:cNvSpPr>
            <a:spLocks noGrp="1"/>
          </p:cNvSpPr>
          <p:nvPr>
            <p:ph idx="1"/>
          </p:nvPr>
        </p:nvSpPr>
        <p:spPr/>
        <p:txBody>
          <a:bodyPr/>
          <a:lstStyle/>
          <a:p>
            <a:r>
              <a:rPr sz="1400"/>
              <a:t>The primary objective of the Django E-commerce project is to create a user-friendly and secure online shopping platform. It aims to enable users to register, login, view products, add them to a cart, and place orders with ease. Admins should be able to manage inventory, monitor transactions, and maintain customer records effectively. By using Django, the project leverages the MVC architecture, ensuring clean separation of concerns. The goal is to provide a scalable and maintainable codebase that can be easily extended with new features such as product reviews, discount systems, or real-time order tracking. This project serves as an excellent learning tool for developers interested in full-stack web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Stack Used</a:t>
            </a:r>
          </a:p>
        </p:txBody>
      </p:sp>
      <p:sp>
        <p:nvSpPr>
          <p:cNvPr id="3" name="Content Placeholder 2"/>
          <p:cNvSpPr>
            <a:spLocks noGrp="1"/>
          </p:cNvSpPr>
          <p:nvPr>
            <p:ph idx="1"/>
          </p:nvPr>
        </p:nvSpPr>
        <p:spPr/>
        <p:txBody>
          <a:bodyPr/>
          <a:lstStyle/>
          <a:p>
            <a:r>
              <a:rPr sz="1400"/>
              <a:t>The project is built using the Django web framework for Python, providing robust tools for rapid development and clean design. The front-end utilizes HTML, CSS, and JavaScript along with Bootstrap for responsiveness. The database used is SQLite for development purposes, but it can easily be migrated to PostgreSQL or MySQL in production. For authentication, Django's built-in User model is used, and the admin interface helps manage backend data easily. Static and media files are handled through Django’s static files management. The system can be deployed using platforms like Heroku or DigitalOcean. This tech stack offers a comprehensive understanding of building and deploying web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rPr sz="1400"/>
              <a:t>The system architecture of the Django E-commerce project follows the Model-View-Template (MVT) pattern. The Model handles all data-related logic and database interaction. The View processes requests and returns appropriate responses, often rendering templates. The Template defines the structure of HTML pages served to users. This separation allows for modular and scalable code. User requests are routed via Django’s URL dispatcher to the corresponding views, which interact with models to fetch data and pass it to templates. The architecture also supports user sessions, authentication, and secure handling of form submissions. This structure promotes clean code organization and facilitates feature expansion.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Roles and Functionalities</a:t>
            </a:r>
          </a:p>
        </p:txBody>
      </p:sp>
      <p:sp>
        <p:nvSpPr>
          <p:cNvPr id="3" name="Content Placeholder 2"/>
          <p:cNvSpPr>
            <a:spLocks noGrp="1"/>
          </p:cNvSpPr>
          <p:nvPr>
            <p:ph idx="1"/>
          </p:nvPr>
        </p:nvSpPr>
        <p:spPr/>
        <p:txBody>
          <a:bodyPr/>
          <a:lstStyle/>
          <a:p>
            <a:r>
              <a:rPr sz="1400"/>
              <a:t>There are primarily two roles in the system: Admin and Customer. Admins can add, update, or delete products, view all orders, and manage user data. Customers can register, log in, browse products, add items to their cart, and place orders. Each user type has access to different views and functionalities depending on their role. Authentication and authorization are managed using Django’s built-in features. Forms are used for user registration and order processing, and session management allows users to maintain a persistent cart until checkout. This clear distinction of roles ensures a secure and personalized experience for all users.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Registration and Authentication</a:t>
            </a:r>
          </a:p>
        </p:txBody>
      </p:sp>
      <p:sp>
        <p:nvSpPr>
          <p:cNvPr id="3" name="Content Placeholder 2"/>
          <p:cNvSpPr>
            <a:spLocks noGrp="1"/>
          </p:cNvSpPr>
          <p:nvPr>
            <p:ph idx="1"/>
          </p:nvPr>
        </p:nvSpPr>
        <p:spPr/>
        <p:txBody>
          <a:bodyPr/>
          <a:lstStyle/>
          <a:p>
            <a:r>
              <a:rPr sz="1400"/>
              <a:t>The user registration and authentication system is built using Django's built-in User model and authentication views. New users can create an account using a registration form. Passwords are securely stored using hashing algorithms provided by Django. After registration, users can log in, log out, and reset their passwords if needed. Sessions are used to keep users logged in and manage access to authenticated views. The system ensures that only authorized users can access sensitive pages like order history or checkout. This enhances both user experience and system 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Listing and Categories</a:t>
            </a:r>
          </a:p>
        </p:txBody>
      </p:sp>
      <p:sp>
        <p:nvSpPr>
          <p:cNvPr id="3" name="Content Placeholder 2"/>
          <p:cNvSpPr>
            <a:spLocks noGrp="1"/>
          </p:cNvSpPr>
          <p:nvPr>
            <p:ph idx="1"/>
          </p:nvPr>
        </p:nvSpPr>
        <p:spPr/>
        <p:txBody>
          <a:bodyPr/>
          <a:lstStyle/>
          <a:p>
            <a:r>
              <a:rPr sz="1400"/>
              <a:t>Products are displayed in a structured and user-friendly manner, categorized for easier navigation. Each product listing includes images, name, price, and a brief description. Users can view product details on a separate page. Categories are dynamically managed by the admin and linked to each product. Filtering by category allows users to browse specific types of products easily. Pagination is used to handle large lists of products, ensuring a responsive and performance-optimized browsing experience.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Shopping Cart Functionality</a:t>
            </a:r>
          </a:p>
        </p:txBody>
      </p:sp>
      <p:sp>
        <p:nvSpPr>
          <p:cNvPr id="3" name="Content Placeholder 2"/>
          <p:cNvSpPr>
            <a:spLocks noGrp="1"/>
          </p:cNvSpPr>
          <p:nvPr>
            <p:ph idx="1"/>
          </p:nvPr>
        </p:nvSpPr>
        <p:spPr/>
        <p:txBody>
          <a:bodyPr/>
          <a:lstStyle/>
          <a:p>
            <a:r>
              <a:rPr sz="1400"/>
              <a:t>The shopping cart functionality enables users to add, update, or remove products from their cart. Each product can be added in a specific quantity, and the cart total is dynamically updated. Cart data is stored in the session for guest users and in the database for logged-in users. The cart view provides an overview of selected items, quantity, price, and the option to proceed to checkout. This feature is crucial in maintaining a smooth shopping experience and reducing cart abandonment rates by providing flexibility and clarity to users.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Checkout and Payment Integration</a:t>
            </a:r>
          </a:p>
        </p:txBody>
      </p:sp>
      <p:sp>
        <p:nvSpPr>
          <p:cNvPr id="3" name="Content Placeholder 2"/>
          <p:cNvSpPr>
            <a:spLocks noGrp="1"/>
          </p:cNvSpPr>
          <p:nvPr>
            <p:ph idx="1"/>
          </p:nvPr>
        </p:nvSpPr>
        <p:spPr/>
        <p:txBody>
          <a:bodyPr/>
          <a:lstStyle/>
          <a:p>
            <a:r>
              <a:rPr sz="1400"/>
              <a:t>The checkout process includes collecting shipping details, reviewing cart items, and confirming the order. Payment integration can be implemented using third-party gateways such as Stripe or Razorpay. For development, the project may simulate payment processes. The checkout page validates user input and ensures all required fields are completed. Once the order is placed, confirmation messages are shown, and order data is saved to the database. This functionality streamlines the purchasing process and enhances user satisfaction by providing a reliable and smooth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Order Management System</a:t>
            </a:r>
          </a:p>
        </p:txBody>
      </p:sp>
      <p:sp>
        <p:nvSpPr>
          <p:cNvPr id="3" name="Content Placeholder 2"/>
          <p:cNvSpPr>
            <a:spLocks noGrp="1"/>
          </p:cNvSpPr>
          <p:nvPr>
            <p:ph idx="1"/>
          </p:nvPr>
        </p:nvSpPr>
        <p:spPr/>
        <p:txBody>
          <a:bodyPr/>
          <a:lstStyle/>
          <a:p>
            <a:r>
              <a:rPr sz="1400"/>
              <a:t>Once an order is placed, it is saved in the database and marked with a unique order ID. Users can view their past orders and current order statuses through a dedicated orders page. Admins can manage and update order statuses such as ‘Processing,’ ‘Shipped,’ or ‘Delivered.’ Django admin provides an interface for managing orders. The system keeps a record of transaction history and supports notifications or emails to customers upon order status changes, enhancing transparency and customer satisfaction.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Admin Dashboard Features</a:t>
            </a:r>
          </a:p>
        </p:txBody>
      </p:sp>
      <p:sp>
        <p:nvSpPr>
          <p:cNvPr id="3" name="Content Placeholder 2"/>
          <p:cNvSpPr>
            <a:spLocks noGrp="1"/>
          </p:cNvSpPr>
          <p:nvPr>
            <p:ph idx="1"/>
          </p:nvPr>
        </p:nvSpPr>
        <p:spPr/>
        <p:txBody>
          <a:bodyPr/>
          <a:lstStyle/>
          <a:p>
            <a:r>
              <a:rPr sz="1400"/>
              <a:t>The admin dashboard is a vital part of the E-commerce system. It allows the administrator to manage products, categories, orders, and users. Admins can view analytics such as sales, user registrations, and popular products. Django’s admin interface provides a user-friendly way to manage data models, but a custom dashboard can be created for more advanced features. This dashboard plays a critical role in ensuring efficient back-office operations and overall system control for the business or site administrator.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Design</a:t>
            </a:r>
          </a:p>
        </p:txBody>
      </p:sp>
      <p:sp>
        <p:nvSpPr>
          <p:cNvPr id="3" name="Content Placeholder 2"/>
          <p:cNvSpPr>
            <a:spLocks noGrp="1"/>
          </p:cNvSpPr>
          <p:nvPr>
            <p:ph idx="1"/>
          </p:nvPr>
        </p:nvSpPr>
        <p:spPr/>
        <p:txBody>
          <a:bodyPr/>
          <a:lstStyle/>
          <a:p>
            <a:r>
              <a:rPr sz="1400"/>
              <a:t>The project uses Django’s ORM to define models such as User, Product, Category, Cart, Order, and OrderItem. Relationships between models are maintained using ForeignKeys and ManyToManyFields. SQLite is used during development for ease of setup but can be switched to more robust databases in production. Each model is registered in the admin panel for easier data management. Data consistency and validation are enforced using model constraints, signals, and Django’s built-in form validations, which ensure data integrity throughout the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Features</a:t>
            </a:r>
          </a:p>
        </p:txBody>
      </p:sp>
      <p:sp>
        <p:nvSpPr>
          <p:cNvPr id="3" name="Content Placeholder 2"/>
          <p:cNvSpPr>
            <a:spLocks noGrp="1"/>
          </p:cNvSpPr>
          <p:nvPr>
            <p:ph idx="1"/>
          </p:nvPr>
        </p:nvSpPr>
        <p:spPr/>
        <p:txBody>
          <a:bodyPr/>
          <a:lstStyle/>
          <a:p>
            <a:r>
              <a:rPr sz="1400"/>
              <a:t>The system implements several security features to ensure safe transactions and data protection. User data is securely stored using password hashing. CSRF protection is enabled by default in Django to prevent cross-site request forgery. Input validations and error handling prevent malicious injections. Access control ensures that users cannot access admin or other users’ data. The platform uses HTTPS for secure data transmission, especially during login and payment processes. These security measures help build trust and reliability among users.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Responsive Frontend Design</a:t>
            </a:r>
          </a:p>
        </p:txBody>
      </p:sp>
      <p:sp>
        <p:nvSpPr>
          <p:cNvPr id="3" name="Content Placeholder 2"/>
          <p:cNvSpPr>
            <a:spLocks noGrp="1"/>
          </p:cNvSpPr>
          <p:nvPr>
            <p:ph idx="1"/>
          </p:nvPr>
        </p:nvSpPr>
        <p:spPr/>
        <p:txBody>
          <a:bodyPr/>
          <a:lstStyle/>
          <a:p>
            <a:r>
              <a:rPr sz="1400"/>
              <a:t>The frontend is developed using HTML, CSS, and Bootstrap to ensure a responsive and mobile-friendly layout. Users can browse products and complete transactions seamlessly on various devices. Navigation is optimized with dropdowns, modals, and smooth transitions. Product listings, cart views, and checkout pages are designed with usability in mind. Django templates are used to render dynamic content while maintaining a consistent layout. A clean, responsive interface contributes significantly to user satisfaction and encourages repeat visits.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and Debugging</a:t>
            </a:r>
          </a:p>
        </p:txBody>
      </p:sp>
      <p:sp>
        <p:nvSpPr>
          <p:cNvPr id="3" name="Content Placeholder 2"/>
          <p:cNvSpPr>
            <a:spLocks noGrp="1"/>
          </p:cNvSpPr>
          <p:nvPr>
            <p:ph idx="1"/>
          </p:nvPr>
        </p:nvSpPr>
        <p:spPr/>
        <p:txBody>
          <a:bodyPr/>
          <a:lstStyle/>
          <a:p>
            <a:r>
              <a:rPr sz="1400"/>
              <a:t>The system includes unit tests for models, views, and forms to ensure each component works correctly. Django's test framework is used to automate testing and check for bugs during development. Debugging tools like Django Debug Toolbar help identify performance bottlenecks and template issues. During development, edge cases are tested, such as incorrect login attempts, empty carts, and invalid checkout data. Regular testing ensures system reliability and user satisfaction while reducing maintenance costs and future issues.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a:lstStyle/>
          <a:p>
            <a:r>
              <a:rPr sz="1400"/>
              <a:t>Developing the Django E-commerce platform posed several challenges, such as integrating payment gateways, managing sessions for carts, and ensuring data consistency. Frontend responsiveness also required careful design. Handling large numbers of products and optimizing database queries were crucial for performance. Ensuring secure authentication and preventing unauthorized access was another key concern. Each challenge was addressed by applying Django’s built-in functionalities and following industry best practices to ensure stability and scalability.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lstStyle/>
          <a:p>
            <a:r>
              <a:rPr sz="1400"/>
              <a:t>The project can be enhanced by integrating advanced features such as real-time order tracking, product reviews, wishlists, and personalized recommendations. Additional payment gateways and coupon systems can also be introduced. Performance optimization using caching and content delivery networks (CDNs) is planned. Mobile app integration is another potential improvement. Expanding the admin dashboard to include analytics, charts, and downloadable reports will provide better insights and control. These enhancements aim to transform the platform into a robust and competitive online store.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sz="1400"/>
              <a:t>This Django-based E-commerce project successfully demonstrates how to build a fully functional online shopping platform. It provides core features like product browsing, cart management, user authentication, order placement, and admin control. Django’s robust framework ensures secure, scalable, and maintainable code. The project not only meets the basic needs of an online store but also provides a strong foundation for future improvements. Through this project, practical skills in web development and full-stack programming have been effectively implemented.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rPr sz="1400"/>
              <a:t>The development of this project was supported by various resources including Django’s official documentation, Bootstrap framework tutorials, Stack Overflow, and Python development guides. Third-party libraries and tools were used where necessary, with proper adherence to licensing. The understanding of web security was reinforced through OWASP guidelines. Learning platforms like W3Schools, GeeksforGeeks, and YouTube also provided valuable assistance. All these references contributed significantly to the successful completion of this project.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rPr sz="1400"/>
              <a:t>Thank you for viewing this presentation on the Django-based E-commerce project. The platform represents a complete solution for small to mid-sized online retailers and showcases the power of Django for web development. Feedback and suggestions are welcome for further improvements. We hope this walkthrough has provided valuable insights into how an E-commerce system is built and managed. With continuous development and enhancements, this platform can evolve into a robust commercial product ready for real-world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